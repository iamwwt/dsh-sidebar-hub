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ppt/presentation.xml><?xml version="1.0" encoding="UTF-8" standalone="yes"?>
<p:presentation xmlns:p="http://schemas.openxmlformats.org/presentationml/2006/main"><p:sldIdLst><p:sldId id="1" r:id="rId1"/></p:sldIdLst>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p>
            <a:r>
              <a:t>PPT 标题</a:t>
            </a:r>
          </a:p>
        </p:txBody>
      </p:sp>
      <p:sp>
        <p:nvSpPr>
          <p:cNvPr id="3" name="body"/>
          <p:cNvSpPr/>
          <p:nvPr/>
        </p:nvSpPr>
        <p:spPr/>
        <p:txBody>
          <a:p>
            <a:r>
              <a:t>这是 pptx 文本提取预览</a:t>
            </a:r>
          </a:p>
        </p:txBody>
      </p:sp>
    </p:spTree>
  </p:cSld>
</p:sld>
</file>